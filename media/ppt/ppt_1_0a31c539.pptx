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Scan-Chain-Based Side-Channel Attack on FPGA Using AES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Reasearch Assistant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Scan-Chain-Based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FPGAs widely used in security-critical applications (IoT, cloud computing).</a:t>
            </a:r>
          </a:p>
          <a:p>
            <a:r>
              <a:t>AES is the gold-standard symmetric encryption algorithm.</a:t>
            </a:r>
          </a:p>
          <a:p>
            <a:r>
              <a:t>Side-channel attacks (SCAs) exploit physical implementation vulnerabilities.</a:t>
            </a:r>
          </a:p>
          <a:p>
            <a:r>
              <a:t>Scan chains for testing/debugging can leak sensitive AES execution details.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are Scan Chains?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Mechanism to enhance hardware test and debugging capabilities.</a:t>
            </a:r>
          </a:p>
          <a:p>
            <a:r>
              <a:t>Sequential connections of flip-flops allow observation and modification of internal states.</a:t>
            </a:r>
          </a:p>
          <a:p>
            <a:r>
              <a:t>Used for verifying chip functionality and diagnosing issues post-fabrication.</a:t>
            </a:r>
          </a:p>
          <a:p>
            <a:r>
              <a:t>Unintended consequences: can allow attackers access to sensitive cryptographic states.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Vulnerabilities in Scan Chains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Provide direct access to intermediate states during AES operations.</a:t>
            </a:r>
          </a:p>
          <a:p>
            <a:r>
              <a:t>Enable reverse-engineering of the FPGA internal design.</a:t>
            </a:r>
          </a:p>
          <a:p>
            <a:r>
              <a:t>Facilitate cryptographic key extraction using statistical analyses.</a:t>
            </a:r>
          </a:p>
          <a:p>
            <a:r>
              <a:t>Target specific operations like SubBytes and ShiftRows in AES.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Side-Channel Attacks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Attackers exploit test/debug modes to extract sensitive data.</a:t>
            </a:r>
          </a:p>
          <a:p>
            <a:r>
              <a:t>Use methods like Correlation Power Analysis or Hamming Weight models.</a:t>
            </a:r>
          </a:p>
          <a:p>
            <a:r>
              <a:t>Fault injection techniques amplify leakage through scan chains.</a:t>
            </a:r>
          </a:p>
          <a:p>
            <a:r>
              <a:t>Access models include full, partial, and fault-induced scan chain attacks.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 of Attacks on AES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Activate scan-chain access via test mode interfaces.</a:t>
            </a:r>
          </a:p>
          <a:p>
            <a:r>
              <a:t>Inject known plaintext into the AES core.</a:t>
            </a:r>
          </a:p>
          <a:p>
            <a:r>
              <a:t>Extract intermediate states during various AES computational rounds.</a:t>
            </a:r>
          </a:p>
          <a:p>
            <a:r>
              <a:t>Apply statistical analysis to recover secret keys (e.g., Differential Computation Analysis).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Case Study: Differential Computation Analysis (DCA)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Scan-chain outputs allow reconstruction of AES intermediate round data.</a:t>
            </a:r>
          </a:p>
          <a:p>
            <a:r>
              <a:t>Analyze leakage from operations like XOR in key mixing.</a:t>
            </a:r>
          </a:p>
          <a:p>
            <a:r>
              <a:t>Attack success depends on noise-free conditions and direct scan access.</a:t>
            </a:r>
          </a:p>
          <a:p>
            <a:r>
              <a:t>Widely replicable against unused or improperly secured scan chains.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Countermeasures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Scan Chain Obfuscation: Alters order or encrypts data in the scan chain.</a:t>
            </a:r>
          </a:p>
          <a:p>
            <a:r>
              <a:t>Disabling Test Features: Deactivates scan chains in production hardware.</a:t>
            </a:r>
          </a:p>
          <a:p>
            <a:r>
              <a:t>Secure JTAG Architecture: Requires authentication to access scan interfaces.</a:t>
            </a:r>
          </a:p>
          <a:p>
            <a:r>
              <a:t>Limitations: Methods can increase testing difficulties or be reverse-engineered.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Dynamic Scan Keying: Use on-chip random number generators for key-based scan access.</a:t>
            </a:r>
          </a:p>
          <a:p>
            <a:r>
              <a:t>State Compression: Compress internal states during testing to obscure sensitive data.</a:t>
            </a:r>
          </a:p>
          <a:p>
            <a:r>
              <a:t>Cross-Domain Monitoring: Interface hardware protections with firmware-based access monitoring.</a:t>
            </a:r>
          </a:p>
          <a:p>
            <a:r>
              <a:t>Mitigations aim to balance testability and high security.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in 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Environmental factors (noise) impact attack success but also impair detection.</a:t>
            </a:r>
          </a:p>
          <a:p>
            <a:r>
              <a:t>Proper access control to scan chains remains difficult to ensure.</a:t>
            </a:r>
          </a:p>
          <a:p>
            <a:r>
              <a:t>No standardized benchmarks to evaluate countermeasure effectiveness.</a:t>
            </a:r>
          </a:p>
          <a:p>
            <a:r>
              <a:t>Future research required for dynamic and robust protections.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Threats to security-critical FPGA applications in government and finance.</a:t>
            </a:r>
          </a:p>
          <a:p>
            <a:r>
              <a:t>Key extraction can compromise encrypted communications in IoT systems.</a:t>
            </a:r>
          </a:p>
          <a:p>
            <a:r>
              <a:t>Need for regulations enforcing obfuscation and secure diagnostic practices.</a:t>
            </a:r>
          </a:p>
          <a:p>
            <a:r>
              <a:t>Industry collaboration required to ensure secure FPGA deployment.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Research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Develop noise-resilient cryptographic architectures.</a:t>
            </a:r>
          </a:p>
          <a:p>
            <a:r>
              <a:t>Explore quantum randomization for secure dynamic scan lock mechanisms.</a:t>
            </a:r>
          </a:p>
          <a:p>
            <a:r>
              <a:t>Standardized security benchmarks for scan chain protections.</a:t>
            </a:r>
          </a:p>
          <a:p>
            <a:r>
              <a:t>Integrate cross-disciplinary approaches in hardware and cryptographic security.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Scan chains reveal critical vulnerabilities in FPGA-based AES implementations.</a:t>
            </a:r>
          </a:p>
          <a:p>
            <a:r>
              <a:t>Modern attack models exploit unintended side effects of debug features.</a:t>
            </a:r>
          </a:p>
          <a:p>
            <a:r>
              <a:t>Countermeasures must balance testability, efficiency, and security.</a:t>
            </a:r>
          </a:p>
          <a:p>
            <a:r>
              <a:t>Collaborative research is essential to develop effective, future-proof solutions.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